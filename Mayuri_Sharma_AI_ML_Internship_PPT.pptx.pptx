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Exploring Artificial Intelligence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Machine Learning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Concepts, Applications &amp; Hands-On Model Building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4709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932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5093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25SCS1003002425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772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5477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(AI &amp; ML), Semester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613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58613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InAmigos Foundation (IAF)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2B7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About the Organization &amp; Role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5727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InAmigos Foundation (IAF), the internship track, and objectives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41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AI, ML &amp; How Machines Learn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41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 and the data → pattern → prediction loop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3756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2B78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10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Hands-On Model Building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101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mask detection with Google's Teachable Machine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2B7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178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AI/ML in the Real World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1788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sectors, five practical applications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7492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2B78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0474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Learnings &amp; Conclusion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0474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gained and takeaways from the internship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ORGANIZATION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InAmigos Foundation (IAF)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IAF runs a structured internship program that introduces students to Artificial Intelligence and Machine Learning through a mix of conceptual study and hands-on, no-code model building — designed to build practical, real-world thinking rather than just theory.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Track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&amp; Machine Learning Internship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Task-based — 4 progressive 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069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 Intern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480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(Remote)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417320"/>
            <a:ext cx="4937760" cy="4709160"/>
          </a:xfrm>
          <a:prstGeom prst="roundRect">
            <a:avLst>
              <a:gd name="adj" fmla="val 1553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8660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AT A GLANCE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2585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completed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279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32186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used to train the Task 3 model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069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41788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problem areas explored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5029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51389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ML studied in depth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Role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Artificial Intelligence &amp;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Machine Learning Intern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InAmigos Foundation (IAF)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(Remote)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Date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Type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91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“Exploring Artificial Intelligence and Machine Learning” — the internship’s stated focus area.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THE INTERNSHIP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196596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749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19202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core concepts of AI, Machine Learning, and Deep Learning in simple, practical terms.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74920" y="299923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7492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29535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how real ML systems (recommendations, spam filters, voice assistants) actually learn from data.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74920" y="4032504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7492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398678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hands-on experience training and testing an image classification model with no-code tools.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74920" y="5065776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74920" y="5065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5020056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AI/ML thinking to identify and solve real-world problems across multiple industries.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AI &amp; ML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Layers of Intelligent Systems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Artificial Intelligence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broad idea of making machines “smart” — enabling computers to think, learn, or decide the way humans 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5074920"/>
            <a:ext cx="278892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1937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440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/ Alexa understanding and answering a spoken question.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60020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96596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52B7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ML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971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6118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 of AI where computers learn from data and experience instead of following fixed, hand-written rules.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5074920"/>
            <a:ext cx="278892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51937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5440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recommending shows based on your watch history.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160020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5360" y="196596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DL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2971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36118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more advanced form of ML using multi-layered neural networks, especially strong at recognizing complex patterns.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95360" y="5074920"/>
            <a:ext cx="278892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51937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5440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unlock recognizing you from thousands of tiny details.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AI &amp; ML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Ways a Machine Learns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Supervised Learning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8288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labelled data — the correct answers are given during training, so it learns the input → output relationship.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823960" y="1874520"/>
            <a:ext cx="0" cy="100584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06840" y="1828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filters — trained on emails already tagged “spam” / “not spam.”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6850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3649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Unsupervised Learning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36499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data without labels; the system finds hidden patterns, groups, or structures on its own.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23960" y="3410712"/>
            <a:ext cx="0" cy="100584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06840" y="336499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shoppers into “budget” vs “premium” segments — with no predefined groups.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22122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4A0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901184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Reinforcement Learning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901184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by trial and error — rewarded for good actions, penalized for bad ones, similar to training a pet.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3960" y="4946904"/>
            <a:ext cx="0" cy="100584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06840" y="4901184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self-driving car rewarded for staying in lane, penalized for late braking.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HOW MACHINES LEARN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Loop Behind Every ML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ML system explored in this task follows the same three-stage process: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Collect Data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 are gathered — past viewing habits, labelled emails, sample photos.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23317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208483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 Patterns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studies the data and identifies patterns, relationships, or features that matter.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7653528" y="23317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955280" y="18288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2084832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 / Decide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new, unseen input, the model applies what it learned to make a prediction.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AF6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 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361188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keeps improving over time as it receives more data and feedback — this is the essence of how machines “learn.”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IN EVERYDAY PRODUCTS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1389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what you watch, rate, and skip.  Ranks unseen titles at the top of your homepage.</a:t>
            </a:r>
            <a:endParaRPr lang="en-US" sz="1030" dirty="0"/>
          </a:p>
        </p:txBody>
      </p:sp>
      <p:sp>
        <p:nvSpPr>
          <p:cNvPr id="28" name="Text 26"/>
          <p:cNvSpPr txBox="1"/>
          <p:nvPr/>
        </p:nvSpPr>
        <p:spPr>
          <a:xfrm>
            <a:off x="425196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Spam Detection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51389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thousands of labelled emails.  Routes new mail to inbox or spam automatically.</a:t>
            </a:r>
            <a:endParaRPr lang="en-US" sz="103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Voice Assistants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51389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huge speech datasets — accents, tones.  Converts speech to text and triggers the action.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MODEL EXPLORATION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Face Mask Detection — Setup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gain hands-on experience with how an ML model is trained and tested, using Google’s Teachable Machine — a free, browser-based, no-code tool that trains image, sound, or pose models using the webcam or uploaded files.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teachablemachine.withgoogle.com — TensorFlow.js in-browser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279 IMAGES ACROSS 2 CLASSES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566160"/>
            <a:ext cx="228600" cy="228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3246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Mask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617720"/>
            <a:ext cx="228600" cy="22860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4297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Without Mask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297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165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846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55448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04088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 WAS TRAINED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22860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52B7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23113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classes created in Teachable Machine: “With Mask” and “Without Mask.”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40880" y="3154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52B7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408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309981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 labelled face images uploaded and split across the two classes.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40233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52B7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408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96849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trained entirely in-browser using transfer learning — no coding required.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40880" y="48920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4088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483717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live via webcam to check real-time prediction accuracy.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040880" y="5623560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1230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23760" y="5623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coding required — the entire workflow ran in the browser.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MODEL EXPLORATION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Training, Testing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1463040"/>
          </a:xfrm>
          <a:prstGeom prst="roundRect">
            <a:avLst>
              <a:gd name="adj" fmla="val 50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epochs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538728" cy="1463040"/>
          </a:xfrm>
          <a:prstGeom prst="roundRect">
            <a:avLst>
              <a:gd name="adj" fmla="val 50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07992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&lt;1 min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07992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training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600200"/>
            <a:ext cx="3538728" cy="1463040"/>
          </a:xfrm>
          <a:prstGeom prst="roundRect">
            <a:avLst>
              <a:gd name="adj" fmla="val 50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84464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Transfer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used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WEBCAM TEST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794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1 — No mask worn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“Without mask”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37947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846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2 — Hand covering lower face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“With mask” (mask-like occlusion)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4846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96%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06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quickly-collected dataset (~280 images) was enough to train a reasonably accurate binary classifier — and it generalized to mask-like occlusion rather than memorizing exact mask images.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FINAL TASK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Sectors, Five AI/ML Opportunities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4434840"/>
          </a:xfrm>
          <a:prstGeom prst="roundRect">
            <a:avLst>
              <a:gd name="adj" fmla="val 3509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PICK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346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2724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Crop Disease &amp; Pest Detection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7764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app classifies leaf photos to catch disease early, cutting yield loss and pesticide waste.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779776" y="1600200"/>
            <a:ext cx="2084832" cy="4434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08376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0837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008376" y="2514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008376" y="280720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Faster Scan Screening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008376" y="3657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triage model flags high-risk X-rays/MRIs so specialists review the most urgent cases first.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010912" y="1600200"/>
            <a:ext cx="2084832" cy="4434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39512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D6A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3951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239512" y="2514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80720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Adaptive Learning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3657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tracks accuracy &amp; response time to tailor question difficulty to each student in real time.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242048" y="1600200"/>
            <a:ext cx="2084832" cy="4434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70648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D6A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706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2514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470648" y="280720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Traffic Congestion Prediction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470648" y="3657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GPS, camera &amp; sensor data forecast congestion 15–30 min ahead to optimize signals &amp; routes.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9473184" y="1600200"/>
            <a:ext cx="2084832" cy="4434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701784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D6A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70178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701784" y="2514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701784" y="280720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Deforestation Detection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701784" y="3657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change-detection flags sudden vegetation loss, alerting agencies to illegal logging fast.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DEEP DIVE — TOP PICK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Spotting Crop Disease Before It Spreads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3911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37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73736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Smallholder farmers often can’t identify crop disease or pest damage early, losing a significant share of their yield before it’s even noticed.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278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D6A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9260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AI/ML FIX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92608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app that classifies photos of leaves using a trained image-recognition model — the same core idea behind the model built in Task 3.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165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4A0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114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11480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photographs a leaf; a model trained on thousands of labelled leaf images returns a likely diagnosis and treatment — even offline, on-device.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6052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43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3035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BENEFIT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530352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treatment, less wasted pesticide, and a protected harvest — using nothing more than a smartphone camera.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Skills &amp; Key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2302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2082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64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Communication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Sharpened the ability to present ideas confidently in team discussions.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23024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2082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64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Practical AI/ML Thinking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where large-scale pattern recognition genuinely adds value across sectors.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23024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295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273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Hands-On Model Building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118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Gained real experience training, testing, and evaluating an image classifier.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2302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5295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273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Collaboration &amp; Ownership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6118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on real tasks, met deadlines, and grew more confident taking initiative.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23024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3834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782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Problem-Solving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120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the ability to break down real-world problems into AI/ML-shaped solutions.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217920" y="461772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23024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503834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782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Time Management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5120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conceptual research with hands-on execution across four progressive tasks.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Bringing It All Together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four tasks, this internship built a foundational, practical understanding of AI and Machine Learning — from core concepts, to how real systems learn from data, to actually training a working model, to identifying where AI/ML creates genuine real-world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620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2B7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146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Concepts to Practice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51460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is not just theory — the same simple loop (data → pattern → prediction) explains every system studied.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1879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D6A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404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No-Code ≠ Low Value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84048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279-image, no-code model reached 96–100% confidence — proving accessible tools can deliver real results.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5138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16636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as an Assistant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516636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value is AI handling repetitive, large-scale pattern-recognition — surfacing cases that need human attention fastest.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Mayuri Sharma  •  InAmigos Foundation (IAF) Internship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365760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Grateful to InAmigos Foundation (IAF) for the guidance, mentorship, and opportunity to learn AI &amp;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through real, hands-on work.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Mayuri Sharma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502920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(AI &amp; ML), Semester 3  •  IILM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2026-08-29T16:31:00Z</dcterms:created>
  <dcterms:modified xsi:type="dcterms:W3CDTF">2026-08-29T16:31:00Z</dcterms:modified>
</cp:coreProperties>
</file>